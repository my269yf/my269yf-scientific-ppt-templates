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2" r:id="rId1"/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8F"/>
    <a:srgbClr val="CEE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248" y="4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6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9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主矩形">
            <a:extLst>
              <a:ext uri="{FF2B5EF4-FFF2-40B4-BE49-F238E27FC236}">
                <a16:creationId xmlns:a16="http://schemas.microsoft.com/office/drawing/2014/main" id="{554695B4-D231-D70A-B588-E38BCE3177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2300266"/>
            <a:ext cx="12192000" cy="200503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主标题">
            <a:extLst>
              <a:ext uri="{FF2B5EF4-FFF2-40B4-BE49-F238E27FC236}">
                <a16:creationId xmlns:a16="http://schemas.microsoft.com/office/drawing/2014/main" id="{B9B1207B-4B09-0FA6-D21A-72897F4B6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73985"/>
            <a:ext cx="10515600" cy="1325563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My269YF </a:t>
            </a:r>
            <a:r>
              <a:rPr lang="zh-CN" altLang="en-US" dirty="0"/>
              <a:t>科研风格 </a:t>
            </a:r>
            <a:r>
              <a:rPr lang="en-US" altLang="zh-CN" dirty="0"/>
              <a:t>PPT </a:t>
            </a:r>
            <a:r>
              <a:rPr lang="zh-CN" altLang="en-US" dirty="0"/>
              <a:t>模板</a:t>
            </a:r>
          </a:p>
        </p:txBody>
      </p:sp>
      <p:sp>
        <p:nvSpPr>
          <p:cNvPr id="7" name="信息">
            <a:extLst>
              <a:ext uri="{FF2B5EF4-FFF2-40B4-BE49-F238E27FC236}">
                <a16:creationId xmlns:a16="http://schemas.microsoft.com/office/drawing/2014/main" id="{0A9989D3-1336-DD57-59E3-6A19E7CD60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135563"/>
            <a:ext cx="10515600" cy="6334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作者：</a:t>
            </a:r>
            <a:r>
              <a:rPr lang="en-US" altLang="zh-CN" dirty="0"/>
              <a:t>XXX          </a:t>
            </a:r>
            <a:r>
              <a:rPr lang="zh-CN" altLang="en-US" dirty="0"/>
              <a:t>指导老师：</a:t>
            </a:r>
            <a:r>
              <a:rPr lang="en-US" altLang="zh-CN" dirty="0"/>
              <a:t>XXX          </a:t>
            </a:r>
            <a:r>
              <a:rPr lang="zh-CN" altLang="en-US" dirty="0"/>
              <a:t>日期：</a:t>
            </a:r>
            <a:r>
              <a:rPr lang="en-US" altLang="zh-CN" dirty="0"/>
              <a:t>XXXX </a:t>
            </a:r>
            <a:r>
              <a:rPr lang="zh-CN" altLang="en-US" dirty="0"/>
              <a:t>年 </a:t>
            </a:r>
            <a:r>
              <a:rPr lang="en-US" altLang="zh-CN" dirty="0"/>
              <a:t>XX </a:t>
            </a:r>
            <a:r>
              <a:rPr lang="zh-CN" altLang="en-US" dirty="0"/>
              <a:t>月 </a:t>
            </a:r>
            <a:r>
              <a:rPr lang="en-US" altLang="zh-CN" dirty="0"/>
              <a:t>XX </a:t>
            </a:r>
            <a:r>
              <a:rPr lang="zh-CN" altLang="en-US" dirty="0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377704404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装饰矩形">
            <a:extLst>
              <a:ext uri="{FF2B5EF4-FFF2-40B4-BE49-F238E27FC236}">
                <a16:creationId xmlns:a16="http://schemas.microsoft.com/office/drawing/2014/main" id="{08C30D77-0567-7506-1DAC-35F028D96F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43560" y="3079433"/>
            <a:ext cx="127000" cy="6991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目录">
            <a:extLst>
              <a:ext uri="{FF2B5EF4-FFF2-40B4-BE49-F238E27FC236}">
                <a16:creationId xmlns:a16="http://schemas.microsoft.com/office/drawing/2014/main" id="{62F32D4A-59A3-DC05-41E9-E0082DD657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08567" y="2962272"/>
            <a:ext cx="1747520" cy="830997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l"/>
            <a:r>
              <a:rPr lang="zh-CN" altLang="en-US" sz="48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目录</a:t>
            </a:r>
          </a:p>
        </p:txBody>
      </p:sp>
      <p:sp>
        <p:nvSpPr>
          <p:cNvPr id="7" name="目录章节">
            <a:extLst>
              <a:ext uri="{FF2B5EF4-FFF2-40B4-BE49-F238E27FC236}">
                <a16:creationId xmlns:a16="http://schemas.microsoft.com/office/drawing/2014/main" id="{B42F5CDB-5DC6-7DB6-44AA-4672BD4C4C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0419" y="1674546"/>
            <a:ext cx="8858021" cy="448087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50000"/>
              </a:lnSpc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第一章</a:t>
            </a:r>
            <a:endParaRPr lang="en-US" altLang="zh-CN" dirty="0"/>
          </a:p>
          <a:p>
            <a:pPr lvl="0"/>
            <a:r>
              <a:rPr lang="zh-CN" altLang="en-US" dirty="0"/>
              <a:t>第二章</a:t>
            </a:r>
            <a:endParaRPr lang="en-US" altLang="zh-CN" dirty="0"/>
          </a:p>
          <a:p>
            <a:pPr lvl="0"/>
            <a:r>
              <a:rPr lang="zh-CN" altLang="en-US" dirty="0"/>
              <a:t>第三章</a:t>
            </a:r>
            <a:endParaRPr lang="en-US" altLang="zh-CN" dirty="0"/>
          </a:p>
          <a:p>
            <a:pPr lvl="0"/>
            <a:r>
              <a:rPr lang="zh-CN" altLang="en-US" dirty="0"/>
              <a:t>第四章</a:t>
            </a:r>
            <a:endParaRPr lang="en-US" altLang="zh-CN" dirty="0"/>
          </a:p>
          <a:p>
            <a:pPr lvl="0"/>
            <a:r>
              <a:rPr lang="zh-CN" altLang="en-US" dirty="0"/>
              <a:t>第五章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4539919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主矩形">
            <a:extLst>
              <a:ext uri="{FF2B5EF4-FFF2-40B4-BE49-F238E27FC236}">
                <a16:creationId xmlns:a16="http://schemas.microsoft.com/office/drawing/2014/main" id="{CD40A2F2-4194-E9E9-E270-B3F06D24CB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2300266"/>
            <a:ext cx="12192000" cy="200503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装饰矩形">
            <a:extLst>
              <a:ext uri="{FF2B5EF4-FFF2-40B4-BE49-F238E27FC236}">
                <a16:creationId xmlns:a16="http://schemas.microsoft.com/office/drawing/2014/main" id="{C7833255-D5A6-0D5B-8217-DB0AAB78BC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0" y="1490662"/>
            <a:ext cx="124460" cy="57912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章节号">
            <a:extLst>
              <a:ext uri="{FF2B5EF4-FFF2-40B4-BE49-F238E27FC236}">
                <a16:creationId xmlns:a16="http://schemas.microsoft.com/office/drawing/2014/main" id="{D83E90DF-0B9C-9818-765C-1F731657BB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7283" y="1360751"/>
            <a:ext cx="4978717" cy="85248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>
                <a:solidFill>
                  <a:schemeClr val="accent1"/>
                </a:solidFill>
              </a:rPr>
              <a:t>第一章</a:t>
            </a:r>
          </a:p>
        </p:txBody>
      </p:sp>
      <p:sp>
        <p:nvSpPr>
          <p:cNvPr id="2" name="章节标题">
            <a:extLst>
              <a:ext uri="{FF2B5EF4-FFF2-40B4-BE49-F238E27FC236}">
                <a16:creationId xmlns:a16="http://schemas.microsoft.com/office/drawing/2014/main" id="{B9B1207B-4B09-0FA6-D21A-72897F4B67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73985"/>
            <a:ext cx="10515600" cy="1325563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章节标题</a:t>
            </a:r>
          </a:p>
        </p:txBody>
      </p:sp>
    </p:spTree>
    <p:extLst>
      <p:ext uri="{BB962C8B-B14F-4D97-AF65-F5344CB8AC3E}">
        <p14:creationId xmlns:p14="http://schemas.microsoft.com/office/powerpoint/2010/main" val="33181926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主矩形">
            <a:extLst>
              <a:ext uri="{FF2B5EF4-FFF2-40B4-BE49-F238E27FC236}">
                <a16:creationId xmlns:a16="http://schemas.microsoft.com/office/drawing/2014/main" id="{AB859FCD-A5E2-80D1-5624-95BC17D5AF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2300266"/>
            <a:ext cx="12192000" cy="200503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谢谢观看">
            <a:extLst>
              <a:ext uri="{FF2B5EF4-FFF2-40B4-BE49-F238E27FC236}">
                <a16:creationId xmlns:a16="http://schemas.microsoft.com/office/drawing/2014/main" id="{B9B1207B-4B09-0FA6-D21A-72897F4B67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0" y="2673985"/>
            <a:ext cx="10515600" cy="1325563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谢谢观看</a:t>
            </a:r>
          </a:p>
        </p:txBody>
      </p:sp>
    </p:spTree>
    <p:extLst>
      <p:ext uri="{BB962C8B-B14F-4D97-AF65-F5344CB8AC3E}">
        <p14:creationId xmlns:p14="http://schemas.microsoft.com/office/powerpoint/2010/main" val="132824297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章节标题">
            <a:extLst>
              <a:ext uri="{FF2B5EF4-FFF2-40B4-BE49-F238E27FC236}">
                <a16:creationId xmlns:a16="http://schemas.microsoft.com/office/drawing/2014/main" id="{6BD6119F-5491-0D30-7C1A-CCD34520FD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19" y="117682"/>
            <a:ext cx="11460162" cy="500062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章节标题</a:t>
            </a:r>
          </a:p>
        </p:txBody>
      </p:sp>
      <p:sp>
        <p:nvSpPr>
          <p:cNvPr id="11" name="装饰矩形 1">
            <a:extLst>
              <a:ext uri="{FF2B5EF4-FFF2-40B4-BE49-F238E27FC236}">
                <a16:creationId xmlns:a16="http://schemas.microsoft.com/office/drawing/2014/main" id="{6CEB6E54-4526-4824-5A10-91278BF014C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471104" y="1057322"/>
            <a:ext cx="68751" cy="310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内容标题 1">
            <a:extLst>
              <a:ext uri="{FF2B5EF4-FFF2-40B4-BE49-F238E27FC236}">
                <a16:creationId xmlns:a16="http://schemas.microsoft.com/office/drawing/2014/main" id="{EC40B417-534B-5C0C-824A-A7D63C83A4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7844" y="1019175"/>
            <a:ext cx="11158684" cy="4000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内容标题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内容矩形 1">
            <a:extLst>
              <a:ext uri="{FF2B5EF4-FFF2-40B4-BE49-F238E27FC236}">
                <a16:creationId xmlns:a16="http://schemas.microsoft.com/office/drawing/2014/main" id="{A0605F9B-F8BF-4AC9-100A-76240E13933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81263" y="1457133"/>
            <a:ext cx="11225425" cy="4828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内容 1">
            <a:extLst>
              <a:ext uri="{FF2B5EF4-FFF2-40B4-BE49-F238E27FC236}">
                <a16:creationId xmlns:a16="http://schemas.microsoft.com/office/drawing/2014/main" id="{E8A81292-9756-6B8C-BE9B-24A276B4B56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1930" y="1619685"/>
            <a:ext cx="10848141" cy="4503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  <p:extLst>
      <p:ext uri="{BB962C8B-B14F-4D97-AF65-F5344CB8AC3E}">
        <p14:creationId xmlns:p14="http://schemas.microsoft.com/office/powerpoint/2010/main" val="415320922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章节标题">
            <a:extLst>
              <a:ext uri="{FF2B5EF4-FFF2-40B4-BE49-F238E27FC236}">
                <a16:creationId xmlns:a16="http://schemas.microsoft.com/office/drawing/2014/main" id="{6BD6119F-5491-0D30-7C1A-CCD34520FD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19" y="117682"/>
            <a:ext cx="11460162" cy="500062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章节标题</a:t>
            </a:r>
          </a:p>
        </p:txBody>
      </p:sp>
      <p:sp>
        <p:nvSpPr>
          <p:cNvPr id="11" name="装饰矩形 1">
            <a:extLst>
              <a:ext uri="{FF2B5EF4-FFF2-40B4-BE49-F238E27FC236}">
                <a16:creationId xmlns:a16="http://schemas.microsoft.com/office/drawing/2014/main" id="{6CEB6E54-4526-4824-5A10-91278BF014C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471104" y="1057322"/>
            <a:ext cx="68751" cy="310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内容标题 1">
            <a:extLst>
              <a:ext uri="{FF2B5EF4-FFF2-40B4-BE49-F238E27FC236}">
                <a16:creationId xmlns:a16="http://schemas.microsoft.com/office/drawing/2014/main" id="{EC40B417-534B-5C0C-824A-A7D63C83A4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7844" y="1019175"/>
            <a:ext cx="5309766" cy="4000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内容标题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内容矩形 1">
            <a:extLst>
              <a:ext uri="{FF2B5EF4-FFF2-40B4-BE49-F238E27FC236}">
                <a16:creationId xmlns:a16="http://schemas.microsoft.com/office/drawing/2014/main" id="{A0605F9B-F8BF-4AC9-100A-76240E13933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81263" y="1457133"/>
            <a:ext cx="5378517" cy="4828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内容 1">
            <a:extLst>
              <a:ext uri="{FF2B5EF4-FFF2-40B4-BE49-F238E27FC236}">
                <a16:creationId xmlns:a16="http://schemas.microsoft.com/office/drawing/2014/main" id="{E8A81292-9756-6B8C-BE9B-24A276B4B56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3763" y="1619685"/>
            <a:ext cx="4995517" cy="4503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2000" dirty="0" smtClean="0"/>
            </a:lvl1pPr>
            <a:lvl2pPr marL="457200" indent="0">
              <a:buNone/>
              <a:defRPr lang="zh-CN" altLang="en-US" sz="2000" dirty="0" smtClean="0"/>
            </a:lvl2pPr>
            <a:lvl3pPr marL="914400" indent="0">
              <a:buNone/>
              <a:defRPr lang="zh-CN" altLang="en-US" sz="2000" dirty="0" smtClean="0"/>
            </a:lvl3pPr>
            <a:lvl4pPr marL="1371600" indent="0">
              <a:buNone/>
              <a:defRPr lang="zh-CN" altLang="en-US" sz="2000" dirty="0" smtClean="0"/>
            </a:lvl4pPr>
            <a:lvl5pPr marL="1828800" indent="0">
              <a:buNone/>
              <a:defRPr lang="zh-CN" altLang="en-US" sz="2000" dirty="0"/>
            </a:lvl5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3" name="装饰矩形 2">
            <a:extLst>
              <a:ext uri="{FF2B5EF4-FFF2-40B4-BE49-F238E27FC236}">
                <a16:creationId xmlns:a16="http://schemas.microsoft.com/office/drawing/2014/main" id="{1BE4F0C3-165E-6706-5DB4-2279B8098096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6324070" y="1057322"/>
            <a:ext cx="68751" cy="310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标题 2">
            <a:extLst>
              <a:ext uri="{FF2B5EF4-FFF2-40B4-BE49-F238E27FC236}">
                <a16:creationId xmlns:a16="http://schemas.microsoft.com/office/drawing/2014/main" id="{64B16049-2100-5C86-0D69-A25F94C3E4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90810" y="1019175"/>
            <a:ext cx="5309766" cy="4000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内容标题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" name="内容矩形 2">
            <a:extLst>
              <a:ext uri="{FF2B5EF4-FFF2-40B4-BE49-F238E27FC236}">
                <a16:creationId xmlns:a16="http://schemas.microsoft.com/office/drawing/2014/main" id="{20A30A59-21C2-8B9F-1D8C-51E29A0F1AB8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6334229" y="1457133"/>
            <a:ext cx="5378517" cy="4828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内容 2">
            <a:extLst>
              <a:ext uri="{FF2B5EF4-FFF2-40B4-BE49-F238E27FC236}">
                <a16:creationId xmlns:a16="http://schemas.microsoft.com/office/drawing/2014/main" id="{0C01177D-7124-5D5A-8E0A-94937AD93A5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526729" y="1619685"/>
            <a:ext cx="4995517" cy="4503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  <p:extLst>
      <p:ext uri="{BB962C8B-B14F-4D97-AF65-F5344CB8AC3E}">
        <p14:creationId xmlns:p14="http://schemas.microsoft.com/office/powerpoint/2010/main" val="40884955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章节标题">
            <a:extLst>
              <a:ext uri="{FF2B5EF4-FFF2-40B4-BE49-F238E27FC236}">
                <a16:creationId xmlns:a16="http://schemas.microsoft.com/office/drawing/2014/main" id="{6BD6119F-5491-0D30-7C1A-CCD34520FD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19" y="117682"/>
            <a:ext cx="11460162" cy="500062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章节标题</a:t>
            </a:r>
          </a:p>
        </p:txBody>
      </p:sp>
      <p:sp>
        <p:nvSpPr>
          <p:cNvPr id="11" name="装饰矩形 1">
            <a:extLst>
              <a:ext uri="{FF2B5EF4-FFF2-40B4-BE49-F238E27FC236}">
                <a16:creationId xmlns:a16="http://schemas.microsoft.com/office/drawing/2014/main" id="{6CEB6E54-4526-4824-5A10-91278BF014C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471104" y="1057322"/>
            <a:ext cx="68751" cy="310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内容标题 1">
            <a:extLst>
              <a:ext uri="{FF2B5EF4-FFF2-40B4-BE49-F238E27FC236}">
                <a16:creationId xmlns:a16="http://schemas.microsoft.com/office/drawing/2014/main" id="{EC40B417-534B-5C0C-824A-A7D63C83A4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7844" y="1019175"/>
            <a:ext cx="5309766" cy="4000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内容标题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0" name="内容矩形 1">
            <a:extLst>
              <a:ext uri="{FF2B5EF4-FFF2-40B4-BE49-F238E27FC236}">
                <a16:creationId xmlns:a16="http://schemas.microsoft.com/office/drawing/2014/main" id="{A0605F9B-F8BF-4AC9-100A-76240E13933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481263" y="1457133"/>
            <a:ext cx="5378517" cy="21523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内容 1">
            <a:extLst>
              <a:ext uri="{FF2B5EF4-FFF2-40B4-BE49-F238E27FC236}">
                <a16:creationId xmlns:a16="http://schemas.microsoft.com/office/drawing/2014/main" id="{E8A81292-9756-6B8C-BE9B-24A276B4B56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3763" y="1619685"/>
            <a:ext cx="4995517" cy="182963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</a:p>
          <a:p>
            <a:pPr lvl="1"/>
            <a:endParaRPr lang="zh-CN" altLang="en-US" dirty="0"/>
          </a:p>
        </p:txBody>
      </p:sp>
      <p:sp>
        <p:nvSpPr>
          <p:cNvPr id="3" name="装饰矩形 2">
            <a:extLst>
              <a:ext uri="{FF2B5EF4-FFF2-40B4-BE49-F238E27FC236}">
                <a16:creationId xmlns:a16="http://schemas.microsoft.com/office/drawing/2014/main" id="{1BE4F0C3-165E-6706-5DB4-2279B8098096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6324070" y="1057322"/>
            <a:ext cx="68751" cy="310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标题 2">
            <a:extLst>
              <a:ext uri="{FF2B5EF4-FFF2-40B4-BE49-F238E27FC236}">
                <a16:creationId xmlns:a16="http://schemas.microsoft.com/office/drawing/2014/main" id="{64B16049-2100-5C86-0D69-A25F94C3E4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90810" y="1019175"/>
            <a:ext cx="5309766" cy="4000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内容标题 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" name="内容矩形 2">
            <a:extLst>
              <a:ext uri="{FF2B5EF4-FFF2-40B4-BE49-F238E27FC236}">
                <a16:creationId xmlns:a16="http://schemas.microsoft.com/office/drawing/2014/main" id="{20A30A59-21C2-8B9F-1D8C-51E29A0F1AB8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6334229" y="1457133"/>
            <a:ext cx="5378517" cy="21523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内容 2">
            <a:extLst>
              <a:ext uri="{FF2B5EF4-FFF2-40B4-BE49-F238E27FC236}">
                <a16:creationId xmlns:a16="http://schemas.microsoft.com/office/drawing/2014/main" id="{0C01177D-7124-5D5A-8E0A-94937AD93A5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526729" y="1619685"/>
            <a:ext cx="4995517" cy="1829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7" name="装饰矩形 3">
            <a:extLst>
              <a:ext uri="{FF2B5EF4-FFF2-40B4-BE49-F238E27FC236}">
                <a16:creationId xmlns:a16="http://schemas.microsoft.com/office/drawing/2014/main" id="{61F5CBB4-9476-C80E-2BD2-583396A4F16B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471104" y="3810175"/>
            <a:ext cx="68751" cy="310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内容标题 3">
            <a:extLst>
              <a:ext uri="{FF2B5EF4-FFF2-40B4-BE49-F238E27FC236}">
                <a16:creationId xmlns:a16="http://schemas.microsoft.com/office/drawing/2014/main" id="{B6EFF7C4-EB03-2334-D8E7-7076455BEE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7844" y="3772028"/>
            <a:ext cx="5309766" cy="4000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内容标题 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6" name="内容矩形 3">
            <a:extLst>
              <a:ext uri="{FF2B5EF4-FFF2-40B4-BE49-F238E27FC236}">
                <a16:creationId xmlns:a16="http://schemas.microsoft.com/office/drawing/2014/main" id="{7E5BEF5A-F096-F696-2CB2-79BC822625D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481263" y="4209986"/>
            <a:ext cx="5378517" cy="21523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内容 3">
            <a:extLst>
              <a:ext uri="{FF2B5EF4-FFF2-40B4-BE49-F238E27FC236}">
                <a16:creationId xmlns:a16="http://schemas.microsoft.com/office/drawing/2014/main" id="{5014F0C1-1E23-929E-5FAB-71292EE4CD1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73763" y="4372538"/>
            <a:ext cx="4995517" cy="1829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13" name="装饰矩形 4">
            <a:extLst>
              <a:ext uri="{FF2B5EF4-FFF2-40B4-BE49-F238E27FC236}">
                <a16:creationId xmlns:a16="http://schemas.microsoft.com/office/drawing/2014/main" id="{008737BD-A26C-9A38-99E9-6E51996ADA1D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6324070" y="3810175"/>
            <a:ext cx="68751" cy="310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内容标题 4">
            <a:extLst>
              <a:ext uri="{FF2B5EF4-FFF2-40B4-BE49-F238E27FC236}">
                <a16:creationId xmlns:a16="http://schemas.microsoft.com/office/drawing/2014/main" id="{B4383ACE-6544-8E29-92BA-B66E30221A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90810" y="3772028"/>
            <a:ext cx="5309766" cy="4000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内容标题 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2" name="内容矩形 4">
            <a:extLst>
              <a:ext uri="{FF2B5EF4-FFF2-40B4-BE49-F238E27FC236}">
                <a16:creationId xmlns:a16="http://schemas.microsoft.com/office/drawing/2014/main" id="{B197314F-7B5A-0F23-08A7-7E4EB2ABAC1B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6334229" y="4209986"/>
            <a:ext cx="5378517" cy="21523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内容 4">
            <a:extLst>
              <a:ext uri="{FF2B5EF4-FFF2-40B4-BE49-F238E27FC236}">
                <a16:creationId xmlns:a16="http://schemas.microsoft.com/office/drawing/2014/main" id="{13F5B73A-3390-1B4D-451A-8CD7732E5A3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526729" y="4372538"/>
            <a:ext cx="4995517" cy="18296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tx1"/>
                </a:solidFill>
              </a:defRPr>
            </a:lvl2pPr>
            <a:lvl3pPr marL="914400" indent="0">
              <a:buNone/>
              <a:defRPr>
                <a:solidFill>
                  <a:schemeClr val="tx1"/>
                </a:solidFill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  <p:extLst>
      <p:ext uri="{BB962C8B-B14F-4D97-AF65-F5344CB8AC3E}">
        <p14:creationId xmlns:p14="http://schemas.microsoft.com/office/powerpoint/2010/main" val="12140531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章节标题">
            <a:extLst>
              <a:ext uri="{FF2B5EF4-FFF2-40B4-BE49-F238E27FC236}">
                <a16:creationId xmlns:a16="http://schemas.microsoft.com/office/drawing/2014/main" id="{6BD6119F-5491-0D30-7C1A-CCD34520FD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19" y="117682"/>
            <a:ext cx="11460162" cy="500062"/>
          </a:xfrm>
          <a:prstGeom prst="rect">
            <a:avLst/>
          </a:prstGeo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章节标题</a:t>
            </a:r>
          </a:p>
        </p:txBody>
      </p:sp>
      <p:sp>
        <p:nvSpPr>
          <p:cNvPr id="11" name="装饰矩形 1">
            <a:extLst>
              <a:ext uri="{FF2B5EF4-FFF2-40B4-BE49-F238E27FC236}">
                <a16:creationId xmlns:a16="http://schemas.microsoft.com/office/drawing/2014/main" id="{6CEB6E54-4526-4824-5A10-91278BF014C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471104" y="1057322"/>
            <a:ext cx="68751" cy="310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内容标题 1">
            <a:extLst>
              <a:ext uri="{FF2B5EF4-FFF2-40B4-BE49-F238E27FC236}">
                <a16:creationId xmlns:a16="http://schemas.microsoft.com/office/drawing/2014/main" id="{EC40B417-534B-5C0C-824A-A7D63C83A4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7844" y="1019175"/>
            <a:ext cx="5309766" cy="4000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内容标题 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" name="内容 1">
            <a:extLst>
              <a:ext uri="{FF2B5EF4-FFF2-40B4-BE49-F238E27FC236}">
                <a16:creationId xmlns:a16="http://schemas.microsoft.com/office/drawing/2014/main" id="{EAEC0F71-0CAA-2AC9-1BC8-C31621C2E7A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71930" y="1619685"/>
            <a:ext cx="10848141" cy="4503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/>
                </a:solidFill>
              </a:defRPr>
            </a:lvl2pPr>
            <a:lvl3pPr marL="914400" indent="0">
              <a:buNone/>
              <a:defRPr sz="2000">
                <a:solidFill>
                  <a:schemeClr val="tx1"/>
                </a:solidFill>
              </a:defRPr>
            </a:lvl3pPr>
            <a:lvl4pPr marL="1371600" indent="0">
              <a:buNone/>
              <a:defRPr sz="2000">
                <a:solidFill>
                  <a:schemeClr val="tx1"/>
                </a:solidFill>
              </a:defRPr>
            </a:lvl4pPr>
            <a:lvl5pPr marL="1828800" indent="0"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  <p:extLst>
      <p:ext uri="{BB962C8B-B14F-4D97-AF65-F5344CB8AC3E}">
        <p14:creationId xmlns:p14="http://schemas.microsoft.com/office/powerpoint/2010/main" val="385113006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 descr="文本&#10;&#10;AI 生成的内容可能不正确。">
            <a:extLst>
              <a:ext uri="{FF2B5EF4-FFF2-40B4-BE49-F238E27FC236}">
                <a16:creationId xmlns:a16="http://schemas.microsoft.com/office/drawing/2014/main" id="{F76E9821-3DA7-E251-A562-A88EF18663A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4420" y="442876"/>
            <a:ext cx="2990592" cy="88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67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7" r:id="rId2"/>
    <p:sldLayoutId id="2147483655" r:id="rId3"/>
    <p:sldLayoutId id="2147483654" r:id="rId4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上矩形">
            <a:extLst>
              <a:ext uri="{FF2B5EF4-FFF2-40B4-BE49-F238E27FC236}">
                <a16:creationId xmlns:a16="http://schemas.microsoft.com/office/drawing/2014/main" id="{554695B4-D231-D70A-B588-E38BCE3177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943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下矩形">
            <a:extLst>
              <a:ext uri="{FF2B5EF4-FFF2-40B4-BE49-F238E27FC236}">
                <a16:creationId xmlns:a16="http://schemas.microsoft.com/office/drawing/2014/main" id="{59C0AEC5-2418-C4EF-75F1-902DDCC4F6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741636"/>
            <a:ext cx="12192000" cy="11636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733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8125FC-FF55-8AC8-BFD4-A754FB627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8BDDBA-3175-41E4-EF04-B8340C16AB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092414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24A0FC6-A7A8-11C9-5283-25F679329D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487651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820BE-3EB9-53F4-0B59-85BE41EE6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AD0B71-886C-68EB-E939-B70F6A34FE4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78178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5F8B52-B205-E784-5C45-0821F501C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33E6EB-546D-1068-0A59-39C9D4D389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2B42E3-A7F6-EB1E-5B04-333AB11A5D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36989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705FC94-9B96-5C20-4D35-3EAF1C4B86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D77DDC-C487-A9A3-F6C5-D6236E9190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77D26A-7C5D-AA66-F266-A281A48BD3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9C5B2A6-2D62-68B9-EED8-FEEC3857A8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1757F3B-F7A3-0631-AEAE-1928E27ECAD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782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10B5B91-BD1B-E13C-4EC7-EC168C6CED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DDD46E-4176-62B0-22D1-6E1B06DAF9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44FDE9-D10F-B5C3-899E-576C784D822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C7C9F9E-89BA-3BE7-E5F9-C35B84E5D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6B4B95-927E-77FE-1303-BB7E29885D66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68653A8-42FE-9A5A-46FB-8020FA3B63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7C084CA8-BD87-A26B-1A9A-0C6A6CD8041F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07F7BCE-2ECD-7952-28DF-ED04668E73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DBD9DF1A-771A-5681-3F50-F12F64377DFD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10977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C651DB5-1B05-1332-D620-09A7B32037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598697-A55F-EEF2-A6D6-0F7CC5A265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60734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1911263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8.94141732283464,&quot;left&quot;:37.8948031496063,&quot;top&quot;:68.07645669291338,&quot;width&quot;:887.2648818897636}"/>
</p:tagLst>
</file>

<file path=ppt/theme/theme1.xml><?xml version="1.0" encoding="utf-8"?>
<a:theme xmlns:a="http://schemas.openxmlformats.org/drawingml/2006/main" name="关键页">
  <a:themeElements>
    <a:clrScheme name="科研配色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E8F"/>
      </a:accent1>
      <a:accent2>
        <a:srgbClr val="CEEBF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论文字体">
      <a:majorFont>
        <a:latin typeface="Times New Roman"/>
        <a:ea typeface="华文中宋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anchor="ctr"/>
      <a:lstStyle>
        <a:defPPr algn="l"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蓝色风格PPT科研模板.pptx" id="{983CE609-B8B8-4246-85E1-E9B794C5128E}" vid="{46704833-919B-4997-A4C4-D5614F29F54D}"/>
    </a:ext>
  </a:extLst>
</a:theme>
</file>

<file path=ppt/theme/theme2.xml><?xml version="1.0" encoding="utf-8"?>
<a:theme xmlns:a="http://schemas.openxmlformats.org/drawingml/2006/main" name="内容母版">
  <a:themeElements>
    <a:clrScheme name="科研配色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05E8F"/>
      </a:accent1>
      <a:accent2>
        <a:srgbClr val="CEEBF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论文字体">
      <a:majorFont>
        <a:latin typeface="Times New Roman"/>
        <a:ea typeface="华文中宋"/>
        <a:cs typeface=""/>
      </a:majorFont>
      <a:minorFont>
        <a:latin typeface="Times New Roman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anchor="ctr"/>
      <a:lstStyle>
        <a:defPPr algn="l"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蓝色风格PPT科研模板.pptx" id="{983CE609-B8B8-4246-85E1-E9B794C5128E}" vid="{ABFD5D4F-AB7A-4608-A2F7-4EA538C9B14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蓝色风格PPT科研模板</Template>
  <TotalTime>13</TotalTime>
  <Words>0</Words>
  <Application>Microsoft Office PowerPoint</Application>
  <PresentationFormat>宽屏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Times New Roman</vt:lpstr>
      <vt:lpstr>Arial</vt:lpstr>
      <vt:lpstr>关键页</vt:lpstr>
      <vt:lpstr>内容母版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yf S</dc:creator>
  <cp:lastModifiedBy>yf S</cp:lastModifiedBy>
  <cp:revision>10</cp:revision>
  <dcterms:created xsi:type="dcterms:W3CDTF">2026-05-13T06:36:05Z</dcterms:created>
  <dcterms:modified xsi:type="dcterms:W3CDTF">2026-05-13T07:22:26Z</dcterms:modified>
</cp:coreProperties>
</file>